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7" d="100"/>
          <a:sy n="57" d="100"/>
        </p:scale>
        <p:origin x="-1186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60531"/>
            <a:ext cx="7772400" cy="1470025"/>
          </a:xfrm>
        </p:spPr>
        <p:txBody>
          <a:bodyPr>
            <a:normAutofit/>
          </a:bodyPr>
          <a:lstStyle/>
          <a:p>
            <a:r>
              <a:rPr sz="3600" b="1" u="sng" dirty="0" err="1"/>
              <a:t>Zomato</a:t>
            </a:r>
            <a:r>
              <a:rPr sz="3600" b="1" u="sng" dirty="0"/>
              <a:t> </a:t>
            </a:r>
            <a:r>
              <a:rPr lang="en-US" sz="3600" b="1" u="sng" dirty="0" smtClean="0"/>
              <a:t>:- Customer </a:t>
            </a:r>
            <a:r>
              <a:rPr sz="3600" b="1" u="sng" dirty="0" smtClean="0"/>
              <a:t>Order </a:t>
            </a:r>
            <a:r>
              <a:rPr sz="3600" b="1" u="sng" dirty="0"/>
              <a:t>Pattern Analysis &amp; Recommendation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0235" y="3267635"/>
            <a:ext cx="67907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Key Skills Used:- Python , Pandas , </a:t>
            </a:r>
            <a:r>
              <a:rPr lang="en-US" sz="2800" b="1" dirty="0" err="1" smtClean="0"/>
              <a:t>Matplotlib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Numpy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Seaborn</a:t>
            </a:r>
            <a:r>
              <a:rPr lang="en-US" sz="2800" b="1" dirty="0" smtClean="0"/>
              <a:t>, Data Cleaning, Etc.</a:t>
            </a:r>
            <a:endParaRPr lang="en-IN" sz="2800" b="1" dirty="0"/>
          </a:p>
          <a:p>
            <a:endParaRPr lang="en-US" sz="2800" b="1" dirty="0" smtClean="0"/>
          </a:p>
          <a:p>
            <a:r>
              <a:rPr lang="en-US" sz="2800" b="1" dirty="0" err="1" smtClean="0"/>
              <a:t>Ritik</a:t>
            </a:r>
            <a:r>
              <a:rPr lang="en-US" sz="2800" b="1" dirty="0" smtClean="0"/>
              <a:t> Kumar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4976"/>
            <a:ext cx="8229600" cy="3961187"/>
          </a:xfrm>
        </p:spPr>
        <p:txBody>
          <a:bodyPr>
            <a:normAutofit/>
          </a:bodyPr>
          <a:lstStyle/>
          <a:p>
            <a:r>
              <a:rPr sz="2800" dirty="0"/>
              <a:t>Goal: Analyze </a:t>
            </a:r>
            <a:r>
              <a:rPr sz="2800" dirty="0" err="1"/>
              <a:t>Zomato</a:t>
            </a:r>
            <a:r>
              <a:rPr sz="2800" dirty="0"/>
              <a:t> order patterns &amp; build data insights.</a:t>
            </a:r>
          </a:p>
          <a:p>
            <a:pPr lvl="1"/>
            <a:r>
              <a:rPr dirty="0"/>
              <a:t>Dataset</a:t>
            </a:r>
            <a:r>
              <a:rPr/>
              <a:t>: </a:t>
            </a:r>
            <a:r>
              <a:rPr smtClean="0"/>
              <a:t>20,000-row</a:t>
            </a:r>
            <a:r>
              <a:rPr lang="en-US" smtClean="0"/>
              <a:t>s </a:t>
            </a:r>
            <a:r>
              <a:rPr smtClean="0"/>
              <a:t>dataset </a:t>
            </a:r>
            <a:r>
              <a:rPr dirty="0"/>
              <a:t>based on real-world food delivery behavior.</a:t>
            </a:r>
          </a:p>
          <a:p>
            <a:pPr lvl="1"/>
            <a:r>
              <a:rPr dirty="0"/>
              <a:t>Tech Stack: Python, Pandas, </a:t>
            </a:r>
            <a:r>
              <a:rPr dirty="0" err="1"/>
              <a:t>Matplotlib</a:t>
            </a:r>
            <a:r>
              <a:rPr dirty="0"/>
              <a:t>.</a:t>
            </a:r>
          </a:p>
          <a:p>
            <a:pPr lvl="1"/>
            <a:r>
              <a:rPr dirty="0"/>
              <a:t>Scope: EDA, Insights, Visualization, Recommendation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436003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Business Problems to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2553"/>
            <a:ext cx="8229600" cy="3853610"/>
          </a:xfrm>
        </p:spPr>
        <p:txBody>
          <a:bodyPr>
            <a:normAutofit/>
          </a:bodyPr>
          <a:lstStyle/>
          <a:p>
            <a:r>
              <a:rPr sz="2800" dirty="0"/>
              <a:t>Identify peak order timings &amp; demand patterns.</a:t>
            </a:r>
          </a:p>
          <a:p>
            <a:pPr lvl="1"/>
            <a:r>
              <a:rPr dirty="0"/>
              <a:t>Determine top cuisines &amp; high-demand locations.</a:t>
            </a:r>
          </a:p>
          <a:p>
            <a:pPr lvl="1"/>
            <a:r>
              <a:rPr dirty="0"/>
              <a:t>Analyze delivery time impact on customer ratings.</a:t>
            </a:r>
          </a:p>
          <a:p>
            <a:pPr lvl="1"/>
            <a:r>
              <a:rPr dirty="0"/>
              <a:t>Understand customer repeat behavior.</a:t>
            </a:r>
          </a:p>
          <a:p>
            <a:pPr lvl="1"/>
            <a:r>
              <a:rPr dirty="0"/>
              <a:t>Find revenue-driving restaurants &amp; cuisines.</a:t>
            </a:r>
          </a:p>
          <a:p>
            <a:pPr lvl="1"/>
            <a:r>
              <a:rPr dirty="0"/>
              <a:t>Support recommendation engine with meaningful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Dataset Overview (Important Features)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51529"/>
            <a:ext cx="8229600" cy="3974634"/>
          </a:xfrm>
        </p:spPr>
        <p:txBody>
          <a:bodyPr>
            <a:normAutofit/>
          </a:bodyPr>
          <a:lstStyle/>
          <a:p>
            <a:r>
              <a:rPr sz="2800" dirty="0"/>
              <a:t>Order details: </a:t>
            </a:r>
            <a:r>
              <a:rPr sz="2800" dirty="0" err="1"/>
              <a:t>order_id</a:t>
            </a:r>
            <a:r>
              <a:rPr sz="2800" dirty="0"/>
              <a:t>, </a:t>
            </a:r>
            <a:r>
              <a:rPr sz="2800" dirty="0" err="1"/>
              <a:t>order_time</a:t>
            </a:r>
            <a:r>
              <a:rPr sz="2800" dirty="0"/>
              <a:t>, </a:t>
            </a:r>
            <a:r>
              <a:rPr sz="2800" dirty="0" err="1"/>
              <a:t>items_count</a:t>
            </a:r>
            <a:r>
              <a:rPr sz="2800" dirty="0"/>
              <a:t>, value.</a:t>
            </a:r>
          </a:p>
          <a:p>
            <a:pPr lvl="1"/>
            <a:r>
              <a:rPr dirty="0"/>
              <a:t>Customer details: </a:t>
            </a:r>
            <a:r>
              <a:rPr dirty="0" err="1" smtClean="0"/>
              <a:t>user_id</a:t>
            </a:r>
            <a:r>
              <a:rPr dirty="0" smtClean="0"/>
              <a:t>, </a:t>
            </a:r>
            <a:r>
              <a:rPr dirty="0"/>
              <a:t>repeat customer flag.</a:t>
            </a:r>
          </a:p>
          <a:p>
            <a:pPr lvl="1"/>
            <a:r>
              <a:rPr dirty="0"/>
              <a:t>Restaurant features: </a:t>
            </a:r>
            <a:r>
              <a:rPr dirty="0" err="1"/>
              <a:t>restaurant_id</a:t>
            </a:r>
            <a:r>
              <a:rPr dirty="0"/>
              <a:t>, location, cuisine.</a:t>
            </a:r>
          </a:p>
          <a:p>
            <a:pPr lvl="1"/>
            <a:r>
              <a:rPr dirty="0"/>
              <a:t>Delivery metrics: </a:t>
            </a:r>
            <a:r>
              <a:rPr dirty="0" err="1"/>
              <a:t>delivery_time_minutes</a:t>
            </a:r>
            <a:r>
              <a:rPr dirty="0"/>
              <a:t>.</a:t>
            </a:r>
          </a:p>
          <a:p>
            <a:pPr lvl="1"/>
            <a:r>
              <a:rPr dirty="0"/>
              <a:t>Feedback: customer rating.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Key Insights from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3612"/>
            <a:ext cx="8229600" cy="4122551"/>
          </a:xfrm>
        </p:spPr>
        <p:txBody>
          <a:bodyPr>
            <a:normAutofit/>
          </a:bodyPr>
          <a:lstStyle/>
          <a:p>
            <a:r>
              <a:rPr sz="2800" dirty="0"/>
              <a:t>Peak orders observed during evening hours.</a:t>
            </a:r>
          </a:p>
          <a:p>
            <a:pPr lvl="1"/>
            <a:r>
              <a:rPr dirty="0"/>
              <a:t>Top cuisines: North Indian, Fast Food, Chinese.</a:t>
            </a:r>
          </a:p>
          <a:p>
            <a:pPr lvl="1"/>
            <a:r>
              <a:rPr dirty="0"/>
              <a:t>Cities with highest demand: Delhi, Mumbai, Bangalore.</a:t>
            </a:r>
          </a:p>
          <a:p>
            <a:pPr lvl="1"/>
            <a:r>
              <a:rPr dirty="0"/>
              <a:t>Longer delivery times negatively affect ratings.</a:t>
            </a:r>
          </a:p>
          <a:p>
            <a:pPr lvl="1"/>
            <a:r>
              <a:rPr dirty="0"/>
              <a:t>UPI is the most preferred payment method.</a:t>
            </a:r>
          </a:p>
          <a:p>
            <a:pPr lvl="1"/>
            <a:r>
              <a:rPr dirty="0"/>
              <a:t>Repeat customers maintain higher average order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721"/>
            <a:ext cx="8229600" cy="1143000"/>
          </a:xfrm>
        </p:spPr>
        <p:txBody>
          <a:bodyPr>
            <a:normAutofit/>
          </a:bodyPr>
          <a:lstStyle/>
          <a:p>
            <a:r>
              <a:rPr sz="3600" b="1" u="sng" dirty="0"/>
              <a:t>Conclusion &amp;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r>
              <a:rPr lang="en-US" sz="2800" dirty="0"/>
              <a:t>The model helps </a:t>
            </a:r>
            <a:r>
              <a:rPr lang="en-US" sz="2800" dirty="0" err="1"/>
              <a:t>Zomato</a:t>
            </a:r>
            <a:r>
              <a:rPr lang="en-US" sz="2800" dirty="0"/>
              <a:t> deliver food faster and keep customers happy.</a:t>
            </a:r>
          </a:p>
          <a:p>
            <a:r>
              <a:rPr lang="en-US" sz="2800" dirty="0"/>
              <a:t>It helps the company understand different types of customers for better marketing.</a:t>
            </a:r>
          </a:p>
          <a:p>
            <a:r>
              <a:rPr lang="en-US" sz="2800" dirty="0"/>
              <a:t>It shows which customers come back again and again, helping improve customer loyalty.</a:t>
            </a:r>
          </a:p>
          <a:p>
            <a:r>
              <a:rPr lang="en-US" sz="2800" dirty="0"/>
              <a:t>The recommendation system helps customers find food they like, so they order more often.</a:t>
            </a:r>
          </a:p>
          <a:p>
            <a:r>
              <a:rPr lang="en-US" sz="2800" dirty="0"/>
              <a:t>The EDA insights help </a:t>
            </a:r>
            <a:r>
              <a:rPr lang="en-US" sz="2800" dirty="0" err="1"/>
              <a:t>Zomato</a:t>
            </a:r>
            <a:r>
              <a:rPr lang="en-US" sz="2800" dirty="0"/>
              <a:t> choose the right restaurant partners and make better business decisions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u="sng" dirty="0"/>
              <a:t>Recommendation Engine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Content-Based </a:t>
            </a:r>
            <a:r>
              <a:rPr lang="en-US" sz="2800" dirty="0" smtClean="0">
                <a:solidFill>
                  <a:srgbClr val="FF0000"/>
                </a:solidFill>
              </a:rPr>
              <a:t>Recommendations</a:t>
            </a:r>
            <a:r>
              <a:rPr lang="en-US" sz="2800" dirty="0" smtClean="0"/>
              <a:t>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 Suggest </a:t>
            </a:r>
            <a:r>
              <a:rPr lang="en-US" sz="2800" dirty="0"/>
              <a:t>food based on what the user already likes </a:t>
            </a:r>
            <a:r>
              <a:rPr lang="en-US" sz="2800" dirty="0" smtClean="0"/>
              <a:t>    and </a:t>
            </a:r>
            <a:r>
              <a:rPr lang="en-US" sz="2800" dirty="0"/>
              <a:t>has ordered before.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Collaborative </a:t>
            </a:r>
            <a:r>
              <a:rPr lang="en-US" sz="2800" dirty="0" smtClean="0">
                <a:solidFill>
                  <a:srgbClr val="FF0000"/>
                </a:solidFill>
              </a:rPr>
              <a:t>Filtering.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Suggest </a:t>
            </a:r>
            <a:r>
              <a:rPr lang="en-US" sz="2800" dirty="0"/>
              <a:t>food that people with similar taste have ordered.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Time-Based </a:t>
            </a:r>
            <a:r>
              <a:rPr lang="en-US" sz="2800" dirty="0" smtClean="0">
                <a:solidFill>
                  <a:srgbClr val="FF0000"/>
                </a:solidFill>
              </a:rPr>
              <a:t>Suggestions.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Recommend </a:t>
            </a:r>
            <a:r>
              <a:rPr lang="en-US" sz="2800" dirty="0"/>
              <a:t>breakfast items in the morning, lunch items in the afternoon, and dinner items at night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Location-Aware </a:t>
            </a:r>
            <a:r>
              <a:rPr lang="en-US" sz="2800" dirty="0" smtClean="0">
                <a:solidFill>
                  <a:srgbClr val="FF0000"/>
                </a:solidFill>
              </a:rPr>
              <a:t>Suggestions.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Show </a:t>
            </a:r>
            <a:r>
              <a:rPr lang="en-US" sz="2800" dirty="0"/>
              <a:t>restaurants that are close by and have good ratings.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Value-Based </a:t>
            </a:r>
            <a:r>
              <a:rPr lang="en-US" sz="2800" dirty="0" smtClean="0">
                <a:solidFill>
                  <a:srgbClr val="FF0000"/>
                </a:solidFill>
              </a:rPr>
              <a:t>Personalization.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If </a:t>
            </a:r>
            <a:r>
              <a:rPr lang="en-US" sz="2800" dirty="0"/>
              <a:t>a user likes cheaper meals, show budget </a:t>
            </a:r>
            <a:r>
              <a:rPr lang="en-US" sz="2800" dirty="0" smtClean="0"/>
              <a:t>options.</a:t>
            </a:r>
            <a:br>
              <a:rPr lang="en-US" sz="2800" dirty="0" smtClean="0"/>
            </a:br>
            <a:r>
              <a:rPr lang="en-US" sz="2800" dirty="0" smtClean="0"/>
              <a:t>If </a:t>
            </a:r>
            <a:r>
              <a:rPr lang="en-US" sz="2800" dirty="0"/>
              <a:t>a user orders expensive items, show premium restaurants.</a:t>
            </a:r>
          </a:p>
          <a:p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2585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305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Zomato :- Customer Order Pattern Analysis &amp; Recommendation Engine</vt:lpstr>
      <vt:lpstr>Project Overview</vt:lpstr>
      <vt:lpstr>Business Problems to Solve</vt:lpstr>
      <vt:lpstr>Dataset Overview (Important Features)</vt:lpstr>
      <vt:lpstr>Key Insights from EDA</vt:lpstr>
      <vt:lpstr>Conclusion &amp; Business Value</vt:lpstr>
      <vt:lpstr>Recommendation Engine Approach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Order Pattern Analysis &amp; Recommendation Engine</dc:title>
  <dc:creator>sachin sen</dc:creator>
  <dc:description>generated using python-pptx</dc:description>
  <cp:lastModifiedBy>sachin sen</cp:lastModifiedBy>
  <cp:revision>6</cp:revision>
  <dcterms:created xsi:type="dcterms:W3CDTF">2013-01-27T09:14:16Z</dcterms:created>
  <dcterms:modified xsi:type="dcterms:W3CDTF">2025-12-05T09:56:21Z</dcterms:modified>
</cp:coreProperties>
</file>